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3" r:id="rId5"/>
    <p:sldId id="261" r:id="rId6"/>
    <p:sldId id="262" r:id="rId7"/>
    <p:sldId id="264" r:id="rId8"/>
    <p:sldId id="267" r:id="rId9"/>
    <p:sldId id="268" r:id="rId10"/>
    <p:sldId id="266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18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74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29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1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66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860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0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8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29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94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015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734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882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061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576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533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539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C6122D-00F3-46F8-B7EA-898B0FB4FF8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E8F7104-53A8-4864-94BD-0A7DD4909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5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6CBD-452E-4159-25EF-D5AE152E6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Extraction and Price Prediction using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1E440-0F89-B634-15CA-3DB9AEA67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Project 4</a:t>
            </a:r>
          </a:p>
          <a:p>
            <a:pPr marL="0" indent="0" algn="ctr">
              <a:buNone/>
            </a:pPr>
            <a:r>
              <a:rPr lang="en-US" sz="2800" dirty="0"/>
              <a:t>Submitted TO - </a:t>
            </a:r>
            <a:r>
              <a:rPr lang="en-US" sz="2800" dirty="0" err="1"/>
              <a:t>NextHikes</a:t>
            </a:r>
            <a:r>
              <a:rPr lang="en-US" sz="2800" dirty="0"/>
              <a:t> IT Solutions</a:t>
            </a:r>
          </a:p>
          <a:p>
            <a:pPr marL="0" indent="0" algn="ctr">
              <a:buNone/>
            </a:pPr>
            <a:r>
              <a:rPr lang="en-US" sz="2800" dirty="0"/>
              <a:t>Submitted By- RAJBIR KAUR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19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4E27-9160-0706-9071-4B87B9F6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Loaded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EC8025-D6EE-568A-8DC6-95EAFEADB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8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76D4E-2E96-0935-9CF2-B16B6CC7E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Data Preprocessing</a:t>
            </a:r>
            <a:br>
              <a:rPr lang="en-US" sz="2400" dirty="0"/>
            </a:br>
            <a:r>
              <a:rPr lang="en-US" sz="2400" dirty="0"/>
              <a:t>Handling missing values, duplicated, outlier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ED34D6-4971-0085-AE1A-745B65578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5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0AFE-37BC-1AD0-9FEF-C205023E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2BB2D8-B070-113D-60EB-C2C8935C4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95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4E29-DF83-47F9-0668-EA4CDC20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Exploratory Analysis (Bivariate &amp; multivariate analysis highlights)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B00B2D-B1D8-710C-B3F0-A1AE8901A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3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6CB3B8-5E0D-2D83-7A21-2D01E0A9CA9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392130" y="1421837"/>
            <a:ext cx="590232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169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51F71-4006-85B6-15D9-4940FC10A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827226-DE9A-6328-CA16-08EF40A5C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2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E5F25-0622-FAD9-AB85-692C764CC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1327355"/>
            <a:ext cx="5901324" cy="454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41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18C4C7-3EC1-FBFB-B410-A2223DB1D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1430595"/>
            <a:ext cx="5901324" cy="44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6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C0EC-6514-B5E5-62DB-21AD8863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B13CBB-7D09-78F8-82C6-FEEBC50FC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963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6F188-A5D1-5B39-F176-ECB75BDE1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6B06D4-B691-1F59-301A-9405C2502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09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3A854-C2F3-53C1-BBA9-C74F1A3D9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DD4161-4F79-C656-870D-BA330CFFB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00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7A20C-4680-1907-E42B-A0E32909F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Train/Test – model building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DEE729-C240-5E38-7C38-B0A62A6ED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39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B6A44-8D14-5EC3-DB56-37427136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atinLnBrk="1"/>
            <a:r>
              <a:rPr lang="en-US" sz="3600" dirty="0"/>
              <a:t>Random Forest MSE: 15465514.296037616</a:t>
            </a:r>
            <a:br>
              <a:rPr lang="en-US" sz="3600" dirty="0"/>
            </a:br>
            <a:r>
              <a:rPr lang="en-US" sz="3600" dirty="0"/>
              <a:t>Random Forest R2 Score: 0.8877910336890568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1B54C7-9E51-284F-5012-1AFE112C2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55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8BE2-D36F-2620-5A9F-275AFD370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01DF85-3FF5-1FCD-588A-4768DC7D0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14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F8D7-57E9-E234-5A33-A7A40060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Top drivers = </a:t>
            </a:r>
            <a:r>
              <a:rPr lang="en-US" sz="2700" dirty="0" err="1"/>
              <a:t>Price_per_GB</a:t>
            </a:r>
            <a:r>
              <a:rPr lang="en-US" sz="2700" dirty="0"/>
              <a:t>, Memory, RAM, Battery</a:t>
            </a:r>
            <a:br>
              <a:rPr lang="en-US" sz="2700" dirty="0"/>
            </a:br>
            <a:r>
              <a:rPr lang="en-US" sz="2700" dirty="0"/>
              <a:t>Moderate = </a:t>
            </a:r>
            <a:r>
              <a:rPr lang="en-US" sz="2700" dirty="0" err="1"/>
              <a:t>Mobile_Height</a:t>
            </a:r>
            <a:r>
              <a:rPr lang="en-US" sz="2700" dirty="0"/>
              <a:t>, Camera specs</a:t>
            </a:r>
            <a:br>
              <a:rPr lang="en-US" sz="2700" dirty="0"/>
            </a:br>
            <a:r>
              <a:rPr lang="en-US" sz="2700" dirty="0"/>
              <a:t>Minor = Color, Processor type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336D0B-518A-8727-65B4-8723CDF172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338" y="2557463"/>
            <a:ext cx="59013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734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AC721-F4CD-BE7D-9478-0F103EB0C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069C7-99AE-6CC9-8C75-3BA85EDB3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</a:t>
            </a:r>
          </a:p>
          <a:p>
            <a:r>
              <a:rPr lang="en-US" dirty="0"/>
              <a:t>You tube</a:t>
            </a:r>
          </a:p>
          <a:p>
            <a:r>
              <a:rPr lang="en-US" dirty="0" err="1"/>
              <a:t>GridSearch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6501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2ADC-E0EC-16C1-D9BA-E4144FDB7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4917223"/>
          </a:xfrm>
        </p:spPr>
        <p:txBody>
          <a:bodyPr>
            <a:normAutofit/>
          </a:bodyPr>
          <a:lstStyle/>
          <a:p>
            <a:r>
              <a:rPr lang="en-US" sz="6000" dirty="0">
                <a:highlight>
                  <a:srgbClr val="C0C0C0"/>
                </a:highligh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347710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35</TotalTime>
  <Words>107</Words>
  <Application>Microsoft Office PowerPoint</Application>
  <PresentationFormat>Widescreen</PresentationFormat>
  <Paragraphs>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Garamond</vt:lpstr>
      <vt:lpstr>Organic</vt:lpstr>
      <vt:lpstr>Feature Extraction and Price Prediction using Machine Learning</vt:lpstr>
      <vt:lpstr>Data Loaded</vt:lpstr>
      <vt:lpstr>Data Preprocessing Handling missing values, duplicated, outlier </vt:lpstr>
      <vt:lpstr>One-Hot Encoding</vt:lpstr>
      <vt:lpstr>Exploratory Analysis (Bivariate &amp; multivariate analysis highlights)</vt:lpstr>
      <vt:lpstr>PowerPoint Presentation</vt:lpstr>
      <vt:lpstr>Bivariate Analysis</vt:lpstr>
      <vt:lpstr>PowerPoint Presentation</vt:lpstr>
      <vt:lpstr>PowerPoint Presentation</vt:lpstr>
      <vt:lpstr>Multivariate Analysis</vt:lpstr>
      <vt:lpstr>Heatmap</vt:lpstr>
      <vt:lpstr>Feature Scaling</vt:lpstr>
      <vt:lpstr>Train/Test – model building</vt:lpstr>
      <vt:lpstr>Random Forest MSE: 15465514.296037616 Random Forest R2 Score: 0.8877910336890568</vt:lpstr>
      <vt:lpstr>Feature Importance</vt:lpstr>
      <vt:lpstr>Top drivers = Price_per_GB, Memory, RAM, Battery Moderate = Mobile_Height, Camera specs Minor = Color, Processor type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HUT2099</dc:creator>
  <cp:lastModifiedBy>HUT2099</cp:lastModifiedBy>
  <cp:revision>8</cp:revision>
  <dcterms:created xsi:type="dcterms:W3CDTF">2026-03-10T12:18:47Z</dcterms:created>
  <dcterms:modified xsi:type="dcterms:W3CDTF">2026-03-10T12:53:54Z</dcterms:modified>
</cp:coreProperties>
</file>